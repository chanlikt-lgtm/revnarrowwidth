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A5E"/>
                </a:solidFill>
              </a:defRPr>
            </a:pPr>
            <a:r>
              <a:t>Narrow-Channel Effect via Conformal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44444"/>
                </a:solidFill>
              </a:defRPr>
            </a:pPr>
            <a:r>
              <a:t>Reproduction &amp; finite-difference verification of Li, Hong, Cheng &amp; Chan (1990),</a:t>
            </a:r>
            <a:br/>
            <a:r>
              <a:t>semi-recessed field-oxide MOSFETs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444444"/>
                </a:solidFill>
              </a:defRPr>
            </a:pPr>
            <a:r>
              <a:t>scripts/narrow_semi_recessed/  —  E:\claude\RAG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A5E"/>
                </a:solidFill>
              </a:defRPr>
            </a:pPr>
            <a:r>
              <a:t>The Physical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4444"/>
                </a:solidFill>
              </a:defRPr>
            </a:pPr>
            <a:r>
              <a:t>Semi-recessed field-oxide isolation — narrow-channel MOSFETs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Field oxide of thickness tᶠ sits beside the gate; recess depth t₁ controls how far the oxide extends down the sidewall.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Fully-recessed (t₁ = tᶠ−tᵍ) and non-recessed (t₁→0) structures are the SAME model at limiting t₁ — no separate formula needed.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Channel depletion depth t_d vs. recess depth t₁ sets the regime:</a:t>
            </a:r>
          </a:p>
          <a:p>
            <a:pPr>
              <a:spcAft>
                <a:spcPts val="400"/>
              </a:spcAft>
              <a:defRPr sz="1550">
                <a:solidFill>
                  <a:srgbClr val="202020"/>
                </a:solidFill>
              </a:defRPr>
            </a:pPr>
            <a:r>
              <a:t>   – Case I (t_d &lt; t₁): depletion stays inside the sidewall → inverse narrow-width effect (ΔVth &lt; 0)</a:t>
            </a:r>
          </a:p>
          <a:p>
            <a:pPr>
              <a:spcAft>
                <a:spcPts val="400"/>
              </a:spcAft>
              <a:defRPr sz="1550">
                <a:solidFill>
                  <a:srgbClr val="202020"/>
                </a:solidFill>
              </a:defRPr>
            </a:pPr>
            <a:r>
              <a:t>   – Case II (t_d &gt; t₁): depletion spills laterally under the field oxide, a quarter-circle “wing” of radius W_c = t_d−t₁ → conventional effect (ΔVth &gt; 0)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Goal: solve ∇²φ = 0 in the oxide cross-section to get the sidewall/lateral flux that sets Vth(W).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4444"/>
                </a:solidFill>
              </a:defRPr>
            </a:pPr>
            <a:r>
              <a:t>Li, Hong, Cheng &amp; Chan (1990), IEEE TED 37(3), pp. 692-701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A5E"/>
                </a:solidFill>
              </a:defRPr>
            </a:pPr>
            <a:r>
              <a:t>Why Conformal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4444"/>
                </a:solidFill>
              </a:defRPr>
            </a:pPr>
            <a:r>
              <a:t>Turning a messy 2-D corner geometry into a solvable strip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02020"/>
                </a:solidFill>
              </a:defRPr>
            </a:pPr>
            <a:r>
              <a:t>• Laplace's equation ∇²φ=0 is solved on a semi-infinite half-strip (the field-oxide cross-section) with mixed Dirichlet boundary data on 4 edges.</a:t>
            </a:r>
          </a:p>
          <a:p>
            <a:pPr>
              <a:spcAft>
                <a:spcPts val="800"/>
              </a:spcAft>
              <a:defRPr sz="1650">
                <a:solidFill>
                  <a:srgbClr val="202020"/>
                </a:solidFill>
              </a:defRPr>
            </a:pPr>
            <a:r>
              <a:t>• The map u+iv = cos[π(ix−y)/tᶠ] sends this half-strip onto the upper half-plane, where the same BVP becomes a classical Poisson-kernel / Schwarz-integral problem.</a:t>
            </a:r>
          </a:p>
          <a:p>
            <a:pPr>
              <a:spcAft>
                <a:spcPts val="800"/>
              </a:spcAft>
              <a:defRPr sz="1650">
                <a:solidFill>
                  <a:srgbClr val="202020"/>
                </a:solidFill>
              </a:defRPr>
            </a:pPr>
            <a:r>
              <a:t>• Boundary values transform into a Fourier series in n; truncating at n≈200–1000 terms gives the sidewall flux Φ_swl (Case I) or Φ_swl+Φ_lat (Case II) to 6 significant figures.</a:t>
            </a:r>
          </a:p>
          <a:p>
            <a:pPr>
              <a:spcAft>
                <a:spcPts val="800"/>
              </a:spcAft>
              <a:defRPr sz="1650">
                <a:solidFill>
                  <a:srgbClr val="202020"/>
                </a:solidFill>
              </a:defRPr>
            </a:pPr>
            <a:r>
              <a:t>• This flux directly gives the series coefficients A, B (Case I) or A′, B′ (Case II) that feed the threshold-voltage formula: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</a:defRPr>
            </a:pPr>
            <a:r>
              <a:t>   – Vth(W) = φ_ms + 2φ_f(1+a/W)/(1+b/W) + (Q′/Cox)/(1+b/W),   a=2tᵍ(B−A), b=−2tᵍA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4444"/>
                </a:solidFill>
              </a:defRPr>
            </a:pPr>
            <a:r>
              <a:t>Li, Hong, Cheng &amp; Chan (1990), IEEE TED 37(3), pp. 692-701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A5E"/>
                </a:solidFill>
              </a:defRPr>
            </a:pPr>
            <a:r>
              <a:t>Verification: More Than Dimensional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444444"/>
                </a:solidFill>
              </a:defRPr>
            </a:pPr>
            <a:r>
              <a:t>The paper's transcribed series (Eq. 11/17) did not survive independent scrutiny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02020"/>
                </a:solidFill>
              </a:defRPr>
            </a:pPr>
            <a:r>
              <a:t>• Dimensional analysis alone caught two real transcription issues: a unit-inconsistent prefactor in A, and a missing ½ factor in sin(nktᵍ) — fixed.</a:t>
            </a:r>
          </a:p>
          <a:p>
            <a:pPr>
              <a:spcAft>
                <a:spcPts val="800"/>
              </a:spcAft>
              <a:defRPr sz="1550">
                <a:solidFill>
                  <a:srgbClr val="202020"/>
                </a:solidFill>
              </a:defRPr>
            </a:pPr>
            <a:r>
              <a:t>• But fixing both was NOT sufficient: an independent finite-difference (FD) solve of the actual boundary-value problem (5-point Laplacian, sparse solve) still disagreed with the corrected series — even B, whose prefactor was never ambiguous, was off by ~2×.</a:t>
            </a:r>
          </a:p>
          <a:p>
            <a:pPr>
              <a:spcAft>
                <a:spcPts val="800"/>
              </a:spcAft>
              <a:defRPr sz="1550">
                <a:solidFill>
                  <a:srgbClr val="202020"/>
                </a:solidFill>
              </a:defRPr>
            </a:pPr>
            <a:r>
              <a:t>• The FD solver itself was validated two ways, independent of Eq. 11/17:</a:t>
            </a:r>
          </a:p>
          <a:p>
            <a:pPr>
              <a:spcAft>
                <a:spcPts val="400"/>
              </a:spcAft>
              <a:defRPr sz="1400">
                <a:solidFill>
                  <a:srgbClr val="202020"/>
                </a:solidFill>
              </a:defRPr>
            </a:pPr>
            <a:r>
              <a:t>   – Sharp-step analytic limit (t_d,tᵍ→0): FD converges to a hand-derived closed form as the BVP simplifies (-0.4930 → -0.4659, vs. analytic -0.4652).</a:t>
            </a:r>
          </a:p>
          <a:p>
            <a:pPr>
              <a:spcAft>
                <a:spcPts val="400"/>
              </a:spcAft>
              <a:defRPr sz="1400">
                <a:solidFill>
                  <a:srgbClr val="202020"/>
                </a:solidFill>
              </a:defRPr>
            </a:pPr>
            <a:r>
              <a:t>   – Case I / Case II boundary continuity (t_d→t₁): two independently-coded BVPs agree in the shared limit — this check caught and fixed a real bug in the Case II lateral-wing flux integration bounds.</a:t>
            </a:r>
          </a:p>
          <a:p>
            <a:pPr>
              <a:spcAft>
                <a:spcPts val="800"/>
              </a:spcAft>
              <a:defRPr sz="1550">
                <a:solidFill>
                  <a:srgbClr val="202020"/>
                </a:solidFill>
              </a:defRPr>
            </a:pPr>
            <a:r>
              <a:t>• Conclusion: FD solve is used as verified ground truth throughout; the root cause of the remaining series discrepancy is flagged as unresolved, not force-fit.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4444"/>
                </a:solidFill>
              </a:defRPr>
            </a:pPr>
            <a:r>
              <a:t>Li, Hong, Cheng &amp; Chan (1990), IEEE TED 37(3), pp. 692-701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A5E"/>
                </a:solidFill>
              </a:defRPr>
            </a:pPr>
            <a:r>
              <a:t>Reproduced Result: Case I / Case II Split (Fig. 5)</a:t>
            </a:r>
          </a:p>
        </p:txBody>
      </p:sp>
      <p:pic>
        <p:nvPicPr>
          <p:cNvPr id="3" name="Picture 2" descr="li1990_fig5_re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127" y="1371600"/>
            <a:ext cx="491744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• Vbg = 0, −1 V → Case I: ΔVth &lt; 0 (inverse narrow-width effect, deepens as W shrinks)</a:t>
            </a:r>
          </a:p>
          <a:p>
            <a:pPr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• Vbg = −2, −4, −6 V → Case II: ΔVth &gt; 0 (conventional effect)</a:t>
            </a:r>
          </a:p>
          <a:p>
            <a:pPr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• Case grouping matches the paper's own Fig. 5 legend exactly, bias-by-bias.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4444"/>
                </a:solidFill>
              </a:defRPr>
            </a:pPr>
            <a:r>
              <a:t>Li, Hong, Cheng &amp; Chan (1990), IEEE TED 37(3), pp. 692-701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A5E"/>
                </a:solidFill>
              </a:defRPr>
            </a:pPr>
            <a:r>
              <a:t>Cross-Check Against Akers (1986)</a:t>
            </a:r>
          </a:p>
        </p:txBody>
      </p:sp>
      <p:pic>
        <p:nvPicPr>
          <p:cNvPr id="3" name="Picture 2" descr="li1990_vs_akers19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07" y="1371600"/>
            <a:ext cx="983488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• Fully-recessed limit: FD-verified a=42.3 nm, b=71.8 nm vs. Akers' fringing length F=91 nm — same order of magnitude, independent derivations.</a:t>
            </a:r>
          </a:p>
          <a:p>
            <a:pPr>
              <a:spcAft>
                <a:spcPts val="800"/>
              </a:spcAft>
              <a:defRPr sz="1300">
                <a:solidFill>
                  <a:srgbClr val="202020"/>
                </a:solidFill>
              </a:defRPr>
            </a:pPr>
            <a:r>
              <a:t>• Li et al. additionally predicts a bias-driven Case I → Case II sign reversal that Akers' single-regime model cannot represent.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4444"/>
                </a:solidFill>
              </a:defRPr>
            </a:pPr>
            <a:r>
              <a:t>Li, Hong, Cheng &amp; Chan (1990), IEEE TED 37(3), pp. 692-701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A5E"/>
                </a:solidFill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Model reproduced end-to-end: 8 paper figures (Figs. 5–12), all matching qualitative trends and Case I/II groupings from the source figures.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Rigor beyond pattern-matching: dimensional analysis found 2 bugs; an independent FD solve, cross-validated two separate ways, found the fixes were still incomplete and supplied a trustworthy ground truth.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Consequence for numbers: fully-recessed length scales revised from the (flawed-series) a=103 nm/b=124 nm to the FD-verified a=42.3 nm/b=71.8 nm.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Open item: the exact remaining error in the transcribed Eq. 11/17 series is not isolated — reported as unresolved rather than papered over.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</a:defRPr>
            </a:pPr>
            <a:r>
              <a:t>• Full technical report: narrow_channel_semi_recessed_report.pdf (11 pp.) — this deck is a condensed companion.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4444"/>
                </a:solidFill>
              </a:defRPr>
            </a:pPr>
            <a:r>
              <a:t>Li, Hong, Cheng &amp; Chan (1990), IEEE TED 37(3), pp. 692-701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